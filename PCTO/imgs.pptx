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6DE1-4DB7-43AC-962E-5BD3B9F2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EC78B-069B-47C3-A6C5-D94CBFB99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82572-8ABC-4755-A697-40B6B2BF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1BDA0-F829-4060-8F24-9BC7DC5E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2402-B21A-47DF-90FE-00025632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30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4263-FE9F-49AD-A2EE-1E25B5EF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329A-5899-4C10-A654-BC87B9CE5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345B-EA16-4C23-8881-923490D4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BC57F-6CA8-4386-83CF-A5381A0A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C6B-40DB-4E63-8E47-2EFCDC3E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292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F828-E8DE-4ECE-BE79-BA948D03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F791-6242-41CE-9D26-51ADE2B8B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87235-E5CA-4C21-9543-CF94D516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BC95-6FB6-4E30-94D2-EB70B06C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50C30-6FB7-4777-818C-93A9B042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929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2830-FA50-484C-B7C4-B4AE4CFA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53293-F2B4-43B9-A60E-AB407287D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7CC26-7268-404F-A297-53F8AD863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EC725-78F7-45A6-9F26-46FA4D1A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CF566-25AA-4466-A3ED-CEBBACE3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1929C-A070-49DC-B87F-6010AE5C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7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B4B5-7063-41F5-8568-ED2C5148C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3B174-9D63-4A24-BAB7-AE7D4C1EA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020C-D7F4-4FE7-8F1A-6F0F6E474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32A49-A51A-4617-8478-67D9614CD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A583D-4011-423F-B6FA-0E1699BFA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0ECA3-B8E5-413A-855D-5FABFF6A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0E20D-7EA1-41BF-9B84-0308FFB6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B6EF8-6BEC-4FE8-A1CF-A13E08CE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493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4448-644E-416F-ACD8-43EF9314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11833-2F68-4FF8-9CC2-D34BA882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2F873-AE6D-4E3C-A5BA-29E130FA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5BB67-6F34-437B-9B39-1EB07657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534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C9F14-3DEC-40A3-8624-5BEB2782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4D752-89C6-4147-BA58-DB048962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1E944-2A67-4CE7-A771-2C03510D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740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C56B-79ED-475E-9A0D-4D7CCB15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B719-2AB4-4D3A-A386-7C5997058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C29E-344B-4910-8054-71CF79F3D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514B5-89AE-43E6-A06E-62BAF8D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48809-F019-4331-A6F7-26B58C7B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D5CD6-6F0F-41B9-8DB6-DE794E1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62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8431-50BB-4BDD-95C4-ECD304EF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93D0D-FF08-483B-96EF-6B88DD686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B60D5-AE49-4B56-8618-F827EFCA5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08871-E59A-4623-A530-0905A676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41D70-E5EE-4A3D-AD01-44CAF13E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76F9-0444-4C24-9368-130E2F0B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15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08E6-9590-48F0-989E-0CFFA382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41FFD-806A-4DCA-ADE0-27945BBC3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0290E-33E6-4100-89B4-250D3FED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9C06-992E-4477-8C6A-18368369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0A68-F1A1-4479-ABDB-5AE906E8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80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B7E17-6030-4B89-A29A-F80A04D73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31411-ECFF-44A2-87D0-7391FD45B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42365-44F9-4BB8-8793-A39AB8E0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3AFB1-F3FD-4967-96CD-E24BFB57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3EA44-988A-403E-B1DD-326305DB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96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B4234-5725-4E99-8244-A794770A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ACF22-8187-4977-8B0D-A4A93877F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22F82-22DC-4AC5-9088-51F4610D2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62979-6441-4B36-AF08-C44805E55D0D}" type="datetimeFigureOut">
              <a:rPr lang="it-IT" smtClean="0"/>
              <a:t>08/04/2022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B34AE-6F72-4CB3-B1B6-9599D77F3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9B1A-4857-4140-9C60-2B84B5E33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BEB55-0D70-4487-93DA-DD85F998E20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732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3C30-E3D6-4061-9CEA-99B3DD75C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Sostenibilità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7B42C-D316-4CDB-849C-FB5377C10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Una presentazione.</a:t>
            </a:r>
          </a:p>
          <a:p>
            <a:r>
              <a:rPr lang="it-IT" dirty="0"/>
              <a:t>Di Paolo Bianchessi</a:t>
            </a:r>
          </a:p>
        </p:txBody>
      </p:sp>
    </p:spTree>
    <p:extLst>
      <p:ext uri="{BB962C8B-B14F-4D97-AF65-F5344CB8AC3E}">
        <p14:creationId xmlns:p14="http://schemas.microsoft.com/office/powerpoint/2010/main" val="277444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ABC540-EEC3-4C52-94C7-AADBC846F59D}"/>
              </a:ext>
            </a:extLst>
          </p:cNvPr>
          <p:cNvSpPr txBox="1"/>
          <p:nvPr/>
        </p:nvSpPr>
        <p:spPr>
          <a:xfrm>
            <a:off x="1778696" y="2230281"/>
            <a:ext cx="8204548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b="1" i="0" dirty="0" err="1">
                <a:solidFill>
                  <a:srgbClr val="3E3F3E"/>
                </a:solidFill>
                <a:effectLst/>
                <a:latin typeface="Crimson Text"/>
              </a:rPr>
              <a:t>sostenìbile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 agg. [</a:t>
            </a:r>
            <a:r>
              <a:rPr lang="it-IT" b="0" i="0" dirty="0" err="1">
                <a:solidFill>
                  <a:srgbClr val="3E3F3E"/>
                </a:solidFill>
                <a:effectLst/>
                <a:latin typeface="Crimson Text"/>
              </a:rPr>
              <a:t>der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. di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sostenere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]. – </a:t>
            </a:r>
            <a:r>
              <a:rPr lang="it-IT" b="1" i="0" dirty="0">
                <a:solidFill>
                  <a:srgbClr val="3E3F3E"/>
                </a:solidFill>
                <a:effectLst/>
                <a:latin typeface="Crimson Text"/>
              </a:rPr>
              <a:t>1.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 </a:t>
            </a:r>
            <a:r>
              <a:rPr lang="it-IT" b="1" i="0" dirty="0">
                <a:solidFill>
                  <a:srgbClr val="3E3F3E"/>
                </a:solidFill>
                <a:effectLst/>
                <a:latin typeface="Crimson Text"/>
              </a:rPr>
              <a:t>a.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 Che si può sostenere: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una tesi difficilmente sostenibile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. </a:t>
            </a:r>
            <a:r>
              <a:rPr lang="it-IT" b="1" i="0" dirty="0">
                <a:solidFill>
                  <a:srgbClr val="3E3F3E"/>
                </a:solidFill>
                <a:effectLst/>
                <a:latin typeface="Crimson Text"/>
              </a:rPr>
              <a:t>b.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 Che può essere affrontato: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una spesa s.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;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questa situazione non è più sostenibile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. </a:t>
            </a:r>
            <a:r>
              <a:rPr lang="it-IT" b="1" i="0" dirty="0">
                <a:solidFill>
                  <a:srgbClr val="3E3F3E"/>
                </a:solidFill>
                <a:effectLst/>
                <a:latin typeface="Crimson Text"/>
              </a:rPr>
              <a:t>2.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 estens. Compatibile con le esigenze di salvaguardia delle risorse ambientali: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energia s.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; </a:t>
            </a:r>
            <a:r>
              <a:rPr lang="it-IT" b="0" i="1" dirty="0">
                <a:solidFill>
                  <a:srgbClr val="3E3F3E"/>
                </a:solidFill>
                <a:effectLst/>
                <a:latin typeface="Crimson Text"/>
              </a:rPr>
              <a:t>sviluppo </a:t>
            </a:r>
            <a:r>
              <a:rPr lang="it-IT" b="0" i="1" dirty="0" err="1">
                <a:solidFill>
                  <a:srgbClr val="3E3F3E"/>
                </a:solidFill>
                <a:effectLst/>
                <a:latin typeface="Crimson Text"/>
              </a:rPr>
              <a:t>s.</a:t>
            </a:r>
            <a:r>
              <a:rPr lang="it-IT" b="0" i="0" dirty="0" err="1">
                <a:solidFill>
                  <a:srgbClr val="3E3F3E"/>
                </a:solidFill>
                <a:effectLst/>
                <a:latin typeface="Crimson Text"/>
              </a:rPr>
              <a:t>,locuzione</a:t>
            </a:r>
            <a:r>
              <a:rPr lang="it-IT" b="0" i="0" dirty="0">
                <a:solidFill>
                  <a:srgbClr val="3E3F3E"/>
                </a:solidFill>
                <a:effectLst/>
                <a:latin typeface="Crimson Text"/>
              </a:rPr>
              <a:t> con la quale si indica una strategia di sviluppo tecnologico e industriale che tenga conto, nello sfruttamento delle risorse e nelle tecniche di produzione, delle condizioni e delle compatibilità ambientali.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581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103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Crimson Text</vt:lpstr>
      <vt:lpstr>Office Theme</vt:lpstr>
      <vt:lpstr>Sostenibilità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Sostenibilità</dc:title>
  <dc:creator>Paolo Bianchessi</dc:creator>
  <cp:lastModifiedBy>Paolo Bianchessi</cp:lastModifiedBy>
  <cp:revision>2</cp:revision>
  <dcterms:created xsi:type="dcterms:W3CDTF">2022-04-08T18:56:21Z</dcterms:created>
  <dcterms:modified xsi:type="dcterms:W3CDTF">2022-04-08T19:20:28Z</dcterms:modified>
</cp:coreProperties>
</file>